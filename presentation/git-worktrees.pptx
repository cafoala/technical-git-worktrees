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22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0" cy="310896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914400"/>
            <a:ext cx="685800" cy="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832104"/>
            <a:ext cx="164592" cy="164592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2011680"/>
            <a:ext cx="6858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929384"/>
            <a:ext cx="164592" cy="16459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3108960"/>
            <a:ext cx="68580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2208" y="3026664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822960"/>
            <a:ext cx="182880" cy="182880"/>
          </a:xfrm>
          <a:prstGeom prst="ellipse">
            <a:avLst/>
          </a:prstGeom>
          <a:solidFill>
            <a:srgbClr val="E6EDF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</a:t>
            </a:r>
            <a:pPr algn="l" indent="0" marL="0">
              <a:buNone/>
            </a:pPr>
            <a:r>
              <a:rPr lang="en-US" sz="5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repo. Many working directories. Zero stash-juggling.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154680"/>
            <a:ext cx="5486400" cy="8686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15468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55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add ../dashboard-colorfix -b colorblind-fix main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RSE lightning talk   ·   ~20 min + live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Mid-refactor, and prod breaks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 deep into a change, the pager goes off. Today your options all carry friction: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9748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69748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2194560"/>
            <a:ext cx="566928" cy="566928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234196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212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" y="28803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 everything, fix the bug, then unstash and pray you remember what state you were in. Out of sight, out of mind.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51860" y="1920240"/>
            <a:ext cx="269748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1860" y="1920240"/>
            <a:ext cx="269748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7892" y="2194560"/>
            <a:ext cx="566928" cy="566928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293" y="234196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11980" y="2212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"wip wip"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07892" y="28803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a half-finished commit just to move on. Now your history has a lie in it that you'll rebase away later (maybe).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0" y="1920240"/>
            <a:ext cx="269748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920240"/>
            <a:ext cx="2697480" cy="457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9" name="Shape 15"/>
          <p:cNvSpPr/>
          <p:nvPr/>
        </p:nvSpPr>
        <p:spPr>
          <a:xfrm>
            <a:off x="6656832" y="2194560"/>
            <a:ext cx="566928" cy="566928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33" y="234196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60920" y="22128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again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656832" y="28803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clone elsewhere works, but re-downloads everything and you rebuild the whole environment from scratch.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 mutates your one working directory — or duplicates the entire repo.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FEEL IT MORE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Branch-switching is expensive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276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4721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model is training on branch 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8013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touch the working tree to start work on branch B — checkout would yank files from under a running experiment.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3408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Switching invalidates your build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6700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rewrites timestamps; your incremental build / compiled extensions go stale and you eat a slow rebuild.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3649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2095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Environments don't follow the branch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5387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.venv / conda env / node_modules stay put when you switch — wrong deps for the branch, and rebuilding them is slow.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2336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0782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Comparing two versions is painful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07008" y="44074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old-vs-new or diff two outputs? One directory can only hold one checkout at a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worktree = another checkout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object store and ref database. Many independent working directories, each on its own branch.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21031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3127248"/>
            <a:ext cx="548640" cy="54864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326989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090672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 · refs · config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32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0" y="3406140"/>
            <a:ext cx="1371600" cy="-1156716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828800"/>
            <a:ext cx="429768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828800"/>
            <a:ext cx="54864" cy="841248"/>
          </a:xfrm>
          <a:prstGeom prst="rect">
            <a:avLst/>
          </a:prstGeom>
          <a:solidFill>
            <a:srgbClr val="F0883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0756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1828800"/>
            <a:ext cx="34747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myrepo/   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[main]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2266249"/>
            <a:ext cx="34747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HEAD · index · files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926080" y="3406140"/>
            <a:ext cx="1371600" cy="-150876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97680" y="2834640"/>
            <a:ext cx="429768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97680" y="2834640"/>
            <a:ext cx="54864" cy="841248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0815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83480" y="2834640"/>
            <a:ext cx="34747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../myrepo-hotfix/   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[hotfix]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983480" y="3272089"/>
            <a:ext cx="34747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HEAD · index · files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926080" y="3406140"/>
            <a:ext cx="1371600" cy="85496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297680" y="3840480"/>
            <a:ext cx="429768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297680" y="3840480"/>
            <a:ext cx="54864" cy="841248"/>
          </a:xfrm>
          <a:prstGeom prst="rect">
            <a:avLst/>
          </a:prstGeom>
          <a:solidFill>
            <a:srgbClr val="A371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40873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83480" y="3840480"/>
            <a:ext cx="34747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../myrepo-review/   </a:t>
            </a:r>
            <a:pPr indent="0" marL="0">
              <a:buNone/>
            </a:pPr>
            <a:r>
              <a:rPr lang="en-US" sz="13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[pr-1234]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983480" y="4277929"/>
            <a:ext cx="347472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 HEAD · index · files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cheaper than a clone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733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1790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+ linked worktrees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8470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original clone is the main worktree. Each extra is a linked worktree registered with the repo.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4780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 &amp; refs are shared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807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re-download, no duplicated history. Only the checked-out files cost extra disk.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4381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Per-worktree state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7673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HEAD, index and untracked files — so builds and envs don't collide.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1508760"/>
            <a:ext cx="3931920" cy="30175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09160" y="1508760"/>
            <a:ext cx="54864" cy="3017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Shape 13"/>
          <p:cNvSpPr/>
          <p:nvPr/>
        </p:nvSpPr>
        <p:spPr>
          <a:xfrm>
            <a:off x="4910328" y="167335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9" name="Shape 14"/>
          <p:cNvSpPr/>
          <p:nvPr/>
        </p:nvSpPr>
        <p:spPr>
          <a:xfrm>
            <a:off x="5074920" y="167335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0" name="Shape 15"/>
          <p:cNvSpPr/>
          <p:nvPr/>
        </p:nvSpPr>
        <p:spPr>
          <a:xfrm>
            <a:off x="5239512" y="167335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6"/>
          <p:cNvSpPr/>
          <p:nvPr/>
        </p:nvSpPr>
        <p:spPr>
          <a:xfrm>
            <a:off x="4965192" y="1920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myrepo/            # main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.git/             # the repo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worktrees/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hotfix/       # linked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review/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../myrepo-hotfix/  # linked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.git    # a FILE, not a dir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-&gt; points to the repo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Basically four commands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add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2212848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working dir. Add -b &lt;name&gt; to make a fresh branch in one go.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691640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6420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list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56632" y="2212848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 worktree with its path, HEAD and branch.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136392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364992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49575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3756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remove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58952" y="3886200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and delete a worktree once you're done with it.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136392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364992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59" y="349575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33756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prune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056632" y="3886200"/>
            <a:ext cx="3538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stale metadata if you deleted a folder by hand.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68680" cy="86868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7589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669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run it on a real repo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26060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965960"/>
            <a:ext cx="26060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58952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while it trains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Recolour the dashboard while a long training run keeps going.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0128" y="1965960"/>
            <a:ext cx="26060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0128" y="1965960"/>
            <a:ext cx="2606040" cy="457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3" name="Text 10"/>
          <p:cNvSpPr/>
          <p:nvPr/>
        </p:nvSpPr>
        <p:spPr>
          <a:xfrm>
            <a:off x="3538728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356616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a branch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a colleague's PR side-by-side with your own.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17336" y="1965960"/>
            <a:ext cx="26060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17336" y="1965960"/>
            <a:ext cx="260604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5"/>
          <p:cNvSpPr/>
          <p:nvPr/>
        </p:nvSpPr>
        <p:spPr>
          <a:xfrm>
            <a:off x="6345936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6373368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two versions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73368" y="34472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baseline vs tuned at once — compare RMSE.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is in the runsheet — follow along.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· SCENARIO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the dashboard while it trains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74920" cy="30175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3017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276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2763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6276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7452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long tuning run is training on main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backend.train --mode tuned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branch + dir for the colour fix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add \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../dashboard-colorfix -b colorblind-fix main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../dashboard-colorfix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 palette, preview on :8502, commit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../ml-dashboard &amp;&amp; git merge colorblind-fix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7373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85623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64808" y="1700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untouched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64808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tuning run keeps going in the other terminal.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269748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81635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64808" y="2660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+ preview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64808" y="2990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 its own branch; preview on a second port before merging.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06440" y="36576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377647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3621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&amp; recolour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64808" y="3950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 and the dashboard repaints — no stash, no waiting.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· SCENARIO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a branch, side-by-side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74920" cy="27432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274320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276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2763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6276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7452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fetch origin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out their branch in its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own dir, next to yours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add \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../review origin/feature/whatif-predictor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done? tidy up: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remove ../review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8288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94767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64808" y="1792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their code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64808" y="2121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their branch while yours stays open in the other window.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28803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9992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64808" y="2843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side-by-side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64808" y="3172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editors, two dirs, real diffs — not mental gymnastics.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· SCENARIO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two model versions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074920" cy="24688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24688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276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2763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6276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7452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current work stays put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worktree add ../baseline v1.0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A: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(cd ../baseline &amp;&amp; ./run_train.sh)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B: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./run_train.sh   # tuned (main)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8288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94767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64808" y="1792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runs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64808" y="2121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(baseline) and main (tuned) train at once, each its own env.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06440" y="28803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9992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64808" y="2843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rebuild churn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64808" y="3172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flip-flopping branches and recompiling between every measurement.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MIND THESE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Gotchas that bite people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719072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423" y="184983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82496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branch, one worktree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8952" y="224028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refuses to check out the same branch in two worktrees. It's a guard rail — use a new branch or detach.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38344" y="1719072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03" y="184983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82496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 aren't shared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056632" y="2240280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worktree needs its own .venv / node_modules / build artifacts. Usually what you want, but you do rebuild once.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136392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3392424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" y="3523183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55848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Repo-level things are shared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58952" y="391363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Stash, config, hooks and refs live in the one repo — a stash you make anywhere shows up everywhere.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00600" y="3136392"/>
            <a:ext cx="4041648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38344" y="3392424"/>
            <a:ext cx="502920" cy="50292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103" y="3523183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355848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Submodules can be fiddly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056632" y="3913632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Workable, and better in recent git, but test your setup before you rely on it for a critical workflow.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PLEASANT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Habits worth picking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733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179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them as siblings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8470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../repo-hotfix, ../repo-review — predictable paths, trivial to find and clean up later.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505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2951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off the right base in one go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624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 add ../x -b fix origin/main creates the dir and the branch from the correct starting point.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278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072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Remove, don't rm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4015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 remove tidies the metadata. If you did delete the folder by hand, run git worktree prune.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050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38496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Editors treat each as its own project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07008" y="41788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servers, linters and indexes don't cross-contaminate — each worktree is just a normal folder.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JUDGEMENT CALL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to reach for a worktree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41648" cy="2880360"/>
          </a:xfrm>
          <a:prstGeom prst="rect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46504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6537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46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 fit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34930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fix while mid-task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or running someone's branch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build or job you mustn't disturb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versions side-by-side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508760"/>
            <a:ext cx="4041648" cy="2880360"/>
          </a:xfrm>
          <a:prstGeom prst="rect">
            <a:avLst/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56632" y="1746504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86537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465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Probably overkill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74920" y="2377440"/>
            <a:ext cx="34930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one-line change (just stash)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full isolation incl. separate history -&gt; clone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throwaway 30-second checkout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never come back to that branch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Cheat 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200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4864" cy="3200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6276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2763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6276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74520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worktree on a new branch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add ../proj-fix -b fix origin/main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one on an existing branch / tag / commit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add ../proj-review origin/their-branch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list        # see them all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remove ../proj-fix    # tidy up when done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prune       # clean stale metadata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move &lt;wt&gt; &lt;new-path&gt;    # relocate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0" cy="310896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914400"/>
            <a:ext cx="685800" cy="0"/>
          </a:xfrm>
          <a:prstGeom prst="line">
            <a:avLst/>
          </a:prstGeom>
          <a:noFill/>
          <a:ln w="254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832104"/>
            <a:ext cx="164592" cy="164592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2011680"/>
            <a:ext cx="68580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929384"/>
            <a:ext cx="164592" cy="16459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3108960"/>
            <a:ext cx="68580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2208" y="3026664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822960"/>
            <a:ext cx="182880" cy="182880"/>
          </a:xfrm>
          <a:prstGeom prst="ellipse">
            <a:avLst/>
          </a:prstGeom>
          <a:solidFill>
            <a:srgbClr val="E6EDF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tl;dr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stashing.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branching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space.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" y="3794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repo, as many parallel checkouts as your problem needs.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  -&gt;  let's break something live.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THIS IS GOING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Worktrees + AI agents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088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733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179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repo, many agents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8470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its own worktree and branch — they never touch the same files.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505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2951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collisions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6243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edit, run and commit independently, in parallel.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A371F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278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072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tasks in parallel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4015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agents work one repo at once while a long job keeps running.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0507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38496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Gaining traction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07008" y="41788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Claude Code use worktrees to run many agent sessions on one repo.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Worktrees</dc:title>
  <dc:subject>PptxGenJS Presentation</dc:subject>
  <dc:creator>RSE Talk</dc:creator>
  <cp:lastModifiedBy>RSE Talk</cp:lastModifiedBy>
  <cp:revision>1</cp:revision>
  <dcterms:created xsi:type="dcterms:W3CDTF">2026-06-04T09:08:47Z</dcterms:created>
  <dcterms:modified xsi:type="dcterms:W3CDTF">2026-06-04T09:08:47Z</dcterms:modified>
</cp:coreProperties>
</file>