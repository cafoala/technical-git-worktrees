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0" cy="310896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914400"/>
            <a:ext cx="6858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832104"/>
            <a:ext cx="164592" cy="164592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011680"/>
            <a:ext cx="6858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929384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108960"/>
            <a:ext cx="685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3026664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822960"/>
            <a:ext cx="182880" cy="182880"/>
          </a:xfrm>
          <a:prstGeom prst="ellipse">
            <a:avLst/>
          </a:prstGeom>
          <a:solidFill>
            <a:srgbClr val="E6ED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</a:t>
            </a:r>
            <a:pPr algn="l" indent="0" marL="0">
              <a:buNone/>
            </a:pPr>
            <a:r>
              <a:rPr lang="en-US" sz="5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repo. Many working directories. Zero stash-juggling.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15468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15468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../hotfix -b hotfix main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RSE lightning talk   ·   ~20 min + live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Mid-refactor, and prod breaks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 deep into a change, the pager goes off. Today your options all carry friction: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69748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3419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 everything, fix the bug, then unstash and pray you remember what state you were in. Out of sight, out of mind.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5186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1860" y="1920240"/>
            <a:ext cx="269748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789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93" y="23419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1198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"wip wip"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0789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a half-finished commit just to move on. Now your history has a lie in it that you'll rebase away later (maybe).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920240"/>
            <a:ext cx="2697480" cy="45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9" name="Shape 15"/>
          <p:cNvSpPr/>
          <p:nvPr/>
        </p:nvSpPr>
        <p:spPr>
          <a:xfrm>
            <a:off x="665683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33" y="234196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again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5683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clone elsewhere works, but re-downloads everything and you rebuild the whole environment from scratch.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mutates your one working directory — or duplicates the entire repo.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FEEL IT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Branch-switching is expensive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276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4721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job is running on branch 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01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touch the working tree to start work on branch B — checkout would yank files from under a running experiment.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3408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Switching invalidates your build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6700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rewrites timestamps; your incremental build / compiled extensions go stale and you eat a slow rebuild.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2095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 don't follow the branch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5387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.venv / conda env / node_modules stay put when you switch — wrong deps for the branch, and rebuilding them is slow.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2336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0782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 two versions is painful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4074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old-vs-new or diff two outputs? One directory can only hold one checkout at a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worktree = another checkout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object store and ref database. Many independent working directories, each on its own branch.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1031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127248"/>
            <a:ext cx="548640" cy="54864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326989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09067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· refs · config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3406140"/>
            <a:ext cx="1371600" cy="-1156716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82880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841248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075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82880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myrepo/  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226624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926080" y="3406140"/>
            <a:ext cx="1371600" cy="-150876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0" y="283464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97680" y="2834640"/>
            <a:ext cx="54864" cy="841248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081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283464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../myrepo-hotfix/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[hotfix]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83480" y="327208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926080" y="3406140"/>
            <a:ext cx="1371600" cy="85496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297680" y="384048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297680" y="3840480"/>
            <a:ext cx="54864" cy="841248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40873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83480" y="384048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../myrepo-review/   </a:t>
            </a:r>
            <a:pPr indent="0" marL="0">
              <a:buNone/>
            </a:pPr>
            <a:r>
              <a:rPr lang="en-US" sz="13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[pr-1234]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983480" y="427792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cheaper than a clone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179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+ linked worktrees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47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clone is the main worktree. Each extra is a linked worktree registered with the repo.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4780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&amp; refs are shared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807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re-download, no duplicated history. Only the checked-out files cost extra disk.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438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Per-worktree state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7673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HEAD, index and untracked files — so builds and envs don't collide.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1508760"/>
            <a:ext cx="393192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09160" y="1508760"/>
            <a:ext cx="54864" cy="3017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910328" y="167335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9" name="Shape 14"/>
          <p:cNvSpPr/>
          <p:nvPr/>
        </p:nvSpPr>
        <p:spPr>
          <a:xfrm>
            <a:off x="5074920" y="167335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0" name="Shape 15"/>
          <p:cNvSpPr/>
          <p:nvPr/>
        </p:nvSpPr>
        <p:spPr>
          <a:xfrm>
            <a:off x="5239512" y="167335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6"/>
          <p:cNvSpPr/>
          <p:nvPr/>
        </p:nvSpPr>
        <p:spPr>
          <a:xfrm>
            <a:off x="4965192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myrepo/            # main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.git/             # the repo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worktrees/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hotfix/       # linked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review/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../myrepo-hotfix/  # linked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.git    # a FILE, not a dir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points to the repo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Basically four commands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212848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working dir. Add -b &lt;name&gt; to make a fresh branch in one go.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691640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6420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list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56632" y="2212848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worktree with its path, HEAD and branch.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4957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3756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remove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58952" y="388620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and delete a worktree once you're done with it.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36499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957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3756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prune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56632" y="388620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stale metadata if you deleted a folder by hand.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68680" cy="86868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69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run it on a real repo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965960"/>
            <a:ext cx="2606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58952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 hotfix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 on main without touching your work-in-progress.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0128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1965960"/>
            <a:ext cx="2606040" cy="45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56616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 branch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a colleague's PR side-by-side with your own.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17336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17336" y="1965960"/>
            <a:ext cx="260604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6345936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6373368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two versions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73368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at once — benchmark old vs new in parallel.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 in the runsheet — follow along.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 without disturbing WIP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3017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you're mid-feature, tree is dirty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spin up a clean tree on main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\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../myrepo-hotfix -b hotfix main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../myrepo-hotfix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...fix, commit, push, open PR...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../myrepo   # WIP untouched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737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85623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00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stash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half-done refactor stays exactly as you left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697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8163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660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build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2990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hotfix dir builds on its own; your feature build is untouched.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36576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77647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step back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64808" y="3950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home and carry on — nothing to unstash or un-break.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 branch, side-by-side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2743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27432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fetch origin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out their branch in its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own dir, next to yours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\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../review origin/their-feature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done? tidy up: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remove ../review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9476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their code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their branch while yours stays open in the other window.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999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843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side-by-side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3172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editors, two dirs, real diffs — not mental gymnastics.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two versions at 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24688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work stays put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../baseline v1.0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A: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(cd ../baseline &amp;&amp; ./run_bench.sh)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B: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./run_bench.sh   # the new version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9476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runs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execute simultaneously, each with its own env and build.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999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843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rebuild churn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3172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flip-flopping branches and recompiling between every measurement.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 THESE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Gotchas that bite people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1907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" y="18498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82496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branch, one worktree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952" y="224028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refuses to check out the same branch in two worktrees. It's a guard rail — use a new branch or detach.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38344" y="171907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03" y="184983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82496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 aren't shared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56632" y="224028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worktree needs its own .venv / node_modules / build artifacts. Usually what you want, but you do rebuild once.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92424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" y="352318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55848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Repo-level things are shared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58952" y="391363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Stash, config, hooks and refs live in the one repo — a stash you make anywhere shows up everywhere.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0060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38344" y="3392424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103" y="3523183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55848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Submodules can be fiddly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56632" y="391363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Workable, and better in recent git, but test your setup before you rely on it for a critical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PLEASANT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 worth picking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179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them as siblings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470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../repo-hotfix, ../repo-review — predictable paths, trivial to find and clean up later.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505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95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off the right base in one go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 add ../x -b fix origin/main creates the dir and the branch from the correct starting 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278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072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Remove, don't rm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401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 remove tidies the metadata. If you did delete the folder by hand, run git worktree prune.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38496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Editors treat each as its own project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1788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servers, linters and indexes don't cross-contaminate — each worktree is just a normal folder.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JUDGEMENT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reach for a worktree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41648" cy="2880360"/>
          </a:xfrm>
          <a:prstGeom prst="rect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46504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653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46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 fit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4930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fix while mid-task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or running someone's branch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build or job you mustn't disturb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versions side-by-side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508760"/>
            <a:ext cx="4041648" cy="2880360"/>
          </a:xfrm>
          <a:prstGeom prst="rect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56632" y="1746504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86537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46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Probably overkill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74920" y="2377440"/>
            <a:ext cx="34930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one-line change (just stash)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full isolation incl. separate history -&gt; clone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throwaway 30-second checkout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come back to that branch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200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worktree on a new branch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../proj-fix -b fix origin/main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one on an existing branch / tag / commit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../proj-review origin/their-branch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list        # see them all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remove ../proj-fix    # tidy up when done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prune       # clean stale metadata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move &lt;wt&gt; &lt;new-path&gt;    # relocate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0" cy="310896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914400"/>
            <a:ext cx="6858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832104"/>
            <a:ext cx="164592" cy="164592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011680"/>
            <a:ext cx="6858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929384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108960"/>
            <a:ext cx="685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3026664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822960"/>
            <a:ext cx="182880" cy="182880"/>
          </a:xfrm>
          <a:prstGeom prst="ellipse">
            <a:avLst/>
          </a:prstGeom>
          <a:solidFill>
            <a:srgbClr val="E6ED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tl;dr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stashing.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branching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space.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as many parallel checkouts as your problem needs.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  -&gt;  let's break something live.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Worktrees</dc:title>
  <dc:subject>PptxGenJS Presentation</dc:subject>
  <dc:creator>RSE Talk</dc:creator>
  <cp:lastModifiedBy>RSE Talk</cp:lastModifiedBy>
  <cp:revision>1</cp:revision>
  <dcterms:created xsi:type="dcterms:W3CDTF">2026-06-04T09:08:47Z</dcterms:created>
  <dcterms:modified xsi:type="dcterms:W3CDTF">2026-06-04T09:08:47Z</dcterms:modified>
</cp:coreProperties>
</file>